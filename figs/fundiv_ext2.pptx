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9144000" cy="80279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D975"/>
    <a:srgbClr val="BD0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-180" y="-2982"/>
      </p:cViewPr>
      <p:guideLst>
        <p:guide orient="horz" pos="252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13840"/>
            <a:ext cx="7772400" cy="279492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216553"/>
            <a:ext cx="6858000" cy="19382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773E-44A5-4A71-A68B-9F45BD60C27F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50E7-7530-414F-902B-EA40BACA5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2180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773E-44A5-4A71-A68B-9F45BD60C27F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50E7-7530-414F-902B-EA40BACA5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067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001425"/>
            <a:ext cx="7886700" cy="333941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5372436"/>
            <a:ext cx="7886700" cy="175612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773E-44A5-4A71-A68B-9F45BD60C27F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50E7-7530-414F-902B-EA40BACA5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6826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137080"/>
            <a:ext cx="3886200" cy="509368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137080"/>
            <a:ext cx="3886200" cy="509368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773E-44A5-4A71-A68B-9F45BD60C27F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50E7-7530-414F-902B-EA40BACA5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8332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27418"/>
            <a:ext cx="7886700" cy="155170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967973"/>
            <a:ext cx="3868340" cy="96447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932446"/>
            <a:ext cx="3868340" cy="431318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967973"/>
            <a:ext cx="3887391" cy="96447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932446"/>
            <a:ext cx="3887391" cy="431318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773E-44A5-4A71-A68B-9F45BD60C27F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50E7-7530-414F-902B-EA40BACA5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9962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773E-44A5-4A71-A68B-9F45BD60C27F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50E7-7530-414F-902B-EA40BACA5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26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773E-44A5-4A71-A68B-9F45BD60C27F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50E7-7530-414F-902B-EA40BACA5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769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35199"/>
            <a:ext cx="2949178" cy="187319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155883"/>
            <a:ext cx="4629150" cy="5705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408397"/>
            <a:ext cx="2949178" cy="446185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773E-44A5-4A71-A68B-9F45BD60C27F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50E7-7530-414F-902B-EA40BACA5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48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35199"/>
            <a:ext cx="2949178" cy="187319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155883"/>
            <a:ext cx="4629150" cy="570507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408397"/>
            <a:ext cx="2949178" cy="446185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773E-44A5-4A71-A68B-9F45BD60C27F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50E7-7530-414F-902B-EA40BACA5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14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773E-44A5-4A71-A68B-9F45BD60C27F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50E7-7530-414F-902B-EA40BACA5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1314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27416"/>
            <a:ext cx="1971675" cy="680334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27416"/>
            <a:ext cx="5800725" cy="680334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773E-44A5-4A71-A68B-9F45BD60C27F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50E7-7530-414F-902B-EA40BACA5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177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27418"/>
            <a:ext cx="7886700" cy="1551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137080"/>
            <a:ext cx="7886700" cy="5093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7440757"/>
            <a:ext cx="2057400" cy="4274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C7773E-44A5-4A71-A68B-9F45BD60C27F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7440757"/>
            <a:ext cx="3086100" cy="4274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7440757"/>
            <a:ext cx="2057400" cy="4274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4050E7-7530-414F-902B-EA40BACA51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328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8EF36147-9164-71B0-784C-348481269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7" b="9107"/>
          <a:stretch>
            <a:fillRect/>
          </a:stretch>
        </p:blipFill>
        <p:spPr>
          <a:xfrm>
            <a:off x="327375" y="3395153"/>
            <a:ext cx="8489249" cy="4327866"/>
          </a:xfrm>
          <a:prstGeom prst="rect">
            <a:avLst/>
          </a:prstGeom>
        </p:spPr>
      </p:pic>
      <p:pic>
        <p:nvPicPr>
          <p:cNvPr id="5" name="Imagem 4" descr="Gráfico, Diagrama&#10;&#10;Descrição gerada automaticamente">
            <a:extLst>
              <a:ext uri="{FF2B5EF4-FFF2-40B4-BE49-F238E27FC236}">
                <a16:creationId xmlns:a16="http://schemas.microsoft.com/office/drawing/2014/main" id="{BC641285-3DD3-FA5B-8536-2B4821320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2" t="11599" r="4213" b="9237"/>
          <a:stretch/>
        </p:blipFill>
        <p:spPr>
          <a:xfrm>
            <a:off x="422150" y="254124"/>
            <a:ext cx="4162350" cy="2759022"/>
          </a:xfrm>
          <a:prstGeom prst="rect">
            <a:avLst/>
          </a:prstGeom>
        </p:spPr>
      </p:pic>
      <p:pic>
        <p:nvPicPr>
          <p:cNvPr id="7" name="Imagem 6" descr="Diagrama&#10;&#10;Descrição gerada automaticamente">
            <a:extLst>
              <a:ext uri="{FF2B5EF4-FFF2-40B4-BE49-F238E27FC236}">
                <a16:creationId xmlns:a16="http://schemas.microsoft.com/office/drawing/2014/main" id="{EDB7F71E-2A97-B4A5-4A2E-48BC2166F4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5" t="11599" r="5103" b="9237"/>
          <a:stretch/>
        </p:blipFill>
        <p:spPr>
          <a:xfrm>
            <a:off x="4749160" y="254122"/>
            <a:ext cx="3930806" cy="2759024"/>
          </a:xfrm>
          <a:prstGeom prst="rect">
            <a:avLst/>
          </a:prstGeom>
        </p:spPr>
      </p:pic>
      <p:grpSp>
        <p:nvGrpSpPr>
          <p:cNvPr id="27" name="Agrupar 26">
            <a:extLst>
              <a:ext uri="{FF2B5EF4-FFF2-40B4-BE49-F238E27FC236}">
                <a16:creationId xmlns:a16="http://schemas.microsoft.com/office/drawing/2014/main" id="{F3D88B19-41B4-F986-3EA9-B9755354C945}"/>
              </a:ext>
            </a:extLst>
          </p:cNvPr>
          <p:cNvGrpSpPr/>
          <p:nvPr/>
        </p:nvGrpSpPr>
        <p:grpSpPr>
          <a:xfrm>
            <a:off x="7350153" y="3203756"/>
            <a:ext cx="1302203" cy="718186"/>
            <a:chOff x="7710408" y="2891160"/>
            <a:chExt cx="1351019" cy="718187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9A053189-3BBE-7B61-7A27-8F86DCE91F19}"/>
                </a:ext>
              </a:extLst>
            </p:cNvPr>
            <p:cNvSpPr txBox="1"/>
            <p:nvPr/>
          </p:nvSpPr>
          <p:spPr>
            <a:xfrm>
              <a:off x="7710408" y="2891160"/>
              <a:ext cx="8385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Scenario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6C11F4B8-68D1-9688-4BA9-9B49C22BAF09}"/>
                </a:ext>
              </a:extLst>
            </p:cNvPr>
            <p:cNvCxnSpPr>
              <a:cxnSpLocks/>
            </p:cNvCxnSpPr>
            <p:nvPr/>
          </p:nvCxnSpPr>
          <p:spPr>
            <a:xfrm>
              <a:off x="7772948" y="3207159"/>
              <a:ext cx="226370" cy="0"/>
            </a:xfrm>
            <a:prstGeom prst="line">
              <a:avLst/>
            </a:prstGeom>
            <a:ln w="28575">
              <a:solidFill>
                <a:srgbClr val="BD00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330ABE40-14A0-1345-4842-9BE6807C601B}"/>
                </a:ext>
              </a:extLst>
            </p:cNvPr>
            <p:cNvCxnSpPr>
              <a:cxnSpLocks/>
            </p:cNvCxnSpPr>
            <p:nvPr/>
          </p:nvCxnSpPr>
          <p:spPr>
            <a:xfrm>
              <a:off x="7772948" y="3339330"/>
              <a:ext cx="21902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9C5DA124-B65E-7FE4-2CA1-3CA6C81486EF}"/>
                </a:ext>
              </a:extLst>
            </p:cNvPr>
            <p:cNvCxnSpPr>
              <a:cxnSpLocks/>
            </p:cNvCxnSpPr>
            <p:nvPr/>
          </p:nvCxnSpPr>
          <p:spPr>
            <a:xfrm>
              <a:off x="7772948" y="3473392"/>
              <a:ext cx="226370" cy="0"/>
            </a:xfrm>
            <a:prstGeom prst="line">
              <a:avLst/>
            </a:prstGeom>
            <a:ln w="28575">
              <a:solidFill>
                <a:srgbClr val="FDD9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520895F7-9C70-B8D8-822E-00FE31AF33FE}"/>
                </a:ext>
              </a:extLst>
            </p:cNvPr>
            <p:cNvSpPr txBox="1"/>
            <p:nvPr/>
          </p:nvSpPr>
          <p:spPr>
            <a:xfrm>
              <a:off x="7971767" y="3101997"/>
              <a:ext cx="10730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Higher to lower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36891102-3958-7755-A31C-2BB70806B980}"/>
                </a:ext>
              </a:extLst>
            </p:cNvPr>
            <p:cNvSpPr txBox="1"/>
            <p:nvPr/>
          </p:nvSpPr>
          <p:spPr>
            <a:xfrm>
              <a:off x="7971767" y="3249681"/>
              <a:ext cx="108966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Lower to higher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34DF2BFB-9E3E-9D07-39EF-24D3541521F5}"/>
                </a:ext>
              </a:extLst>
            </p:cNvPr>
            <p:cNvSpPr txBox="1"/>
            <p:nvPr/>
          </p:nvSpPr>
          <p:spPr>
            <a:xfrm>
              <a:off x="7969152" y="3378515"/>
              <a:ext cx="66390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Random</a:t>
              </a:r>
            </a:p>
          </p:txBody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867685D-4DB0-0BB6-2DDD-6345D47169DB}"/>
              </a:ext>
            </a:extLst>
          </p:cNvPr>
          <p:cNvSpPr txBox="1"/>
          <p:nvPr/>
        </p:nvSpPr>
        <p:spPr>
          <a:xfrm>
            <a:off x="351559" y="384626"/>
            <a:ext cx="377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258FFF9-CC03-C2B5-4EEB-94F0E51F8CAF}"/>
              </a:ext>
            </a:extLst>
          </p:cNvPr>
          <p:cNvSpPr txBox="1"/>
          <p:nvPr/>
        </p:nvSpPr>
        <p:spPr>
          <a:xfrm>
            <a:off x="698912" y="3203756"/>
            <a:ext cx="15055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Body length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2973CAE-155A-A573-A34F-76624C04C0B5}"/>
              </a:ext>
            </a:extLst>
          </p:cNvPr>
          <p:cNvSpPr txBox="1"/>
          <p:nvPr/>
        </p:nvSpPr>
        <p:spPr>
          <a:xfrm>
            <a:off x="4517164" y="384626"/>
            <a:ext cx="3786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7C7DDD-3C00-6B36-6153-97A01F7FCD78}"/>
              </a:ext>
            </a:extLst>
          </p:cNvPr>
          <p:cNvSpPr txBox="1"/>
          <p:nvPr/>
        </p:nvSpPr>
        <p:spPr>
          <a:xfrm>
            <a:off x="4777424" y="3203756"/>
            <a:ext cx="158248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</a:t>
            </a:r>
            <a:r>
              <a:rPr lang="pt-BR" sz="15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Trophic</a:t>
            </a:r>
            <a:r>
              <a:rPr lang="pt-BR" sz="15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pt-BR" sz="15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level</a:t>
            </a:r>
            <a:endParaRPr lang="pt-BR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18E8FC8-435E-41BA-0F62-5C024780BB75}"/>
              </a:ext>
            </a:extLst>
          </p:cNvPr>
          <p:cNvSpPr txBox="1"/>
          <p:nvPr/>
        </p:nvSpPr>
        <p:spPr>
          <a:xfrm>
            <a:off x="698912" y="5405399"/>
            <a:ext cx="153279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E) </a:t>
            </a:r>
            <a:r>
              <a:rPr lang="pt-BR" sz="150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Vulnerability</a:t>
            </a:r>
            <a:endParaRPr lang="pt-BR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C4B227-F44C-74A1-9081-64010FD99D99}"/>
              </a:ext>
            </a:extLst>
          </p:cNvPr>
          <p:cNvSpPr txBox="1"/>
          <p:nvPr/>
        </p:nvSpPr>
        <p:spPr>
          <a:xfrm>
            <a:off x="4791940" y="5405399"/>
            <a:ext cx="18549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noProof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F) Nutrient density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C9FDFE9-696E-CB13-DD65-31B0BEA1A1AB}"/>
              </a:ext>
            </a:extLst>
          </p:cNvPr>
          <p:cNvSpPr txBox="1"/>
          <p:nvPr/>
        </p:nvSpPr>
        <p:spPr>
          <a:xfrm rot="16200000">
            <a:off x="81774" y="5108682"/>
            <a:ext cx="59343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NRic</a:t>
            </a:r>
            <a:endParaRPr lang="pt-BR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A0EBE42-FAF2-3DBA-80A8-CD5C62EC5368}"/>
              </a:ext>
            </a:extLst>
          </p:cNvPr>
          <p:cNvSpPr txBox="1"/>
          <p:nvPr/>
        </p:nvSpPr>
        <p:spPr>
          <a:xfrm>
            <a:off x="3649551" y="7612281"/>
            <a:ext cx="191911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Species</a:t>
            </a:r>
            <a:r>
              <a:rPr lang="pt-BR" sz="15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pt-BR" sz="15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erosion</a:t>
            </a:r>
            <a:r>
              <a:rPr lang="pt-BR" sz="15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(%)</a:t>
            </a:r>
          </a:p>
        </p:txBody>
      </p:sp>
    </p:spTree>
    <p:extLst>
      <p:ext uri="{BB962C8B-B14F-4D97-AF65-F5344CB8AC3E}">
        <p14:creationId xmlns:p14="http://schemas.microsoft.com/office/powerpoint/2010/main" val="1055207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</TotalTime>
  <Words>31</Words>
  <Application>Microsoft Office PowerPoint</Application>
  <PresentationFormat>Personalizar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Sans Serif Collection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Fabricio Claudino</dc:creator>
  <cp:lastModifiedBy>Fabricio Claudino</cp:lastModifiedBy>
  <cp:revision>7</cp:revision>
  <dcterms:created xsi:type="dcterms:W3CDTF">2024-12-09T14:33:41Z</dcterms:created>
  <dcterms:modified xsi:type="dcterms:W3CDTF">2025-09-20T17:16:57Z</dcterms:modified>
</cp:coreProperties>
</file>